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61" r:id="rId4"/>
    <p:sldId id="262" r:id="rId5"/>
    <p:sldId id="264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903" autoAdjust="0"/>
  </p:normalViewPr>
  <p:slideViewPr>
    <p:cSldViewPr snapToGrid="0">
      <p:cViewPr varScale="1">
        <p:scale>
          <a:sx n="95" d="100"/>
          <a:sy n="95" d="100"/>
        </p:scale>
        <p:origin x="115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7AB6DD-90AE-421B-ABF4-1E612810C400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A4D5F7-96AD-4C74-AF30-9AE981F6852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1014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79A4CD-4B85-4B10-96CA-9808B3B857A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8163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因為有一些 </a:t>
            </a:r>
            <a:r>
              <a:rPr lang="en-US" altLang="zh-TW" dirty="0"/>
              <a:t>Cell Annotation</a:t>
            </a:r>
            <a:r>
              <a:rPr lang="zh-TW" altLang="en-US" dirty="0"/>
              <a:t> 的問題</a:t>
            </a:r>
            <a:endParaRPr lang="en-US" altLang="zh-TW" dirty="0"/>
          </a:p>
          <a:p>
            <a:r>
              <a:rPr lang="zh-TW" altLang="en-US" dirty="0"/>
              <a:t>大致分為幾類</a:t>
            </a:r>
            <a:endParaRPr lang="en-US" altLang="zh-TW" dirty="0"/>
          </a:p>
          <a:p>
            <a:pPr marL="228600" indent="-228600">
              <a:buAutoNum type="arabicParenR"/>
            </a:pPr>
            <a:r>
              <a:rPr lang="zh-TW" altLang="en-US" dirty="0"/>
              <a:t>基因在多類群中表達，無法辨識該細胞類群</a:t>
            </a:r>
            <a:endParaRPr lang="en-US" altLang="zh-TW" dirty="0"/>
          </a:p>
          <a:p>
            <a:pPr marL="228600" indent="-228600">
              <a:buAutoNum type="arabicParenR"/>
            </a:pPr>
            <a:r>
              <a:rPr lang="zh-TW" altLang="en-US" dirty="0"/>
              <a:t>不同論文</a:t>
            </a:r>
            <a:r>
              <a:rPr lang="en-US" altLang="zh-TW" dirty="0"/>
              <a:t>/</a:t>
            </a:r>
            <a:r>
              <a:rPr lang="zh-TW" altLang="en-US" dirty="0"/>
              <a:t>資料庫對</a:t>
            </a:r>
            <a:r>
              <a:rPr lang="en-US" altLang="zh-TW" dirty="0"/>
              <a:t>marker genes</a:t>
            </a:r>
            <a:r>
              <a:rPr lang="zh-TW" altLang="en-US" dirty="0"/>
              <a:t>對應何類細胞有分歧</a:t>
            </a:r>
            <a:endParaRPr lang="en-US" altLang="zh-TW" dirty="0"/>
          </a:p>
          <a:p>
            <a:pPr marL="228600" indent="-228600">
              <a:buAutoNum type="arabicParenR"/>
            </a:pPr>
            <a:r>
              <a:rPr lang="zh-TW" altLang="en-US" dirty="0"/>
              <a:t>在</a:t>
            </a:r>
            <a:r>
              <a:rPr lang="en-US" altLang="zh-TW" dirty="0"/>
              <a:t>A</a:t>
            </a:r>
            <a:r>
              <a:rPr lang="zh-TW" altLang="en-US" dirty="0"/>
              <a:t>類群中的 </a:t>
            </a:r>
            <a:r>
              <a:rPr lang="en-US" altLang="zh-TW" dirty="0"/>
              <a:t>marker genes</a:t>
            </a:r>
            <a:r>
              <a:rPr lang="zh-TW" altLang="en-US" dirty="0"/>
              <a:t> 在</a:t>
            </a:r>
            <a:r>
              <a:rPr lang="en-US" altLang="zh-TW" dirty="0"/>
              <a:t>B</a:t>
            </a:r>
            <a:r>
              <a:rPr lang="zh-TW" altLang="en-US" dirty="0"/>
              <a:t>類群高表達，還需細究其高表達的原因</a:t>
            </a:r>
            <a:endParaRPr lang="en-US" altLang="zh-TW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A4D5F7-96AD-4C74-AF30-9AE981F6852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1505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因為要和北榮有合作，所以這邊我們對於 </a:t>
            </a:r>
            <a:r>
              <a:rPr lang="en-US" altLang="zh-TW" dirty="0"/>
              <a:t>Neutrophil</a:t>
            </a:r>
            <a:r>
              <a:rPr lang="zh-TW" altLang="en-US" dirty="0"/>
              <a:t>的參與特別感興趣。</a:t>
            </a:r>
            <a:endParaRPr lang="en-US" altLang="zh-TW" dirty="0"/>
          </a:p>
          <a:p>
            <a:r>
              <a:rPr lang="zh-TW" altLang="en-US" dirty="0"/>
              <a:t>因此，還是找了一些</a:t>
            </a:r>
            <a:r>
              <a:rPr lang="en-US" altLang="zh-TW" dirty="0"/>
              <a:t>Neutrophils</a:t>
            </a:r>
            <a:r>
              <a:rPr lang="zh-TW" altLang="en-US" dirty="0"/>
              <a:t>的</a:t>
            </a:r>
            <a:r>
              <a:rPr lang="en-US" altLang="zh-TW" dirty="0"/>
              <a:t>Biomarker</a:t>
            </a:r>
            <a:r>
              <a:rPr lang="zh-TW" altLang="en-US" dirty="0"/>
              <a:t>，來做一些不一樣的觀察。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A4D5F7-96AD-4C74-AF30-9AE981F6852D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2284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1E516-CA7B-6605-C2ED-15E46C22F1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6AD142-D9AC-E2C8-17C5-4C5E1BDB0B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75910-6E54-8F6F-37E4-67A3CC79E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76560-4CE6-482F-8197-2F3EA4835A1C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68252-8926-7095-3FF8-3176DDAC11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DBC7F3-6A63-30DC-C863-21E8AC4C1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CC65E-2D00-40F4-9B0C-161644FC1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2474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4F48DE-23E0-1A49-EC69-AB10194568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B6CF98-76FE-6DD6-9A30-2BCA8C398E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309AED-D32A-AEAD-19B4-1C98F8EEB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76560-4CE6-482F-8197-2F3EA4835A1C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08B09-9260-D0C0-BD0F-F133A2E21B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C77C72-7978-4D65-A6AE-D5751FC8C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CC65E-2D00-40F4-9B0C-161644FC1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23429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F44401-BE4E-4B0F-71FD-09D0E3F02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20CD4-8542-CC0F-2A0B-FB8F9CDC8E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94E52F-6FA2-5D4F-351B-3E698544F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76560-4CE6-482F-8197-2F3EA4835A1C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25C78B-341B-18CA-D436-E40623804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062AA-0CFC-373D-5A86-265B05201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CC65E-2D00-40F4-9B0C-161644FC1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936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C36572-3C9B-E13E-9754-2FA8F7A4DC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3EED4A-893C-961F-62EE-574D5D1125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9BEBD0D-69AF-591D-B5E1-32566D6760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CF86DB-3792-4C53-2D82-35EB4A71AB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76560-4CE6-482F-8197-2F3EA4835A1C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8740BF-FB90-B4EF-D8B8-4FED58D2AC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F07770-9750-8634-A0B1-F6254974E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CC65E-2D00-40F4-9B0C-161644FC1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6731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BF897-1800-9857-1F63-9E8D32574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4AEF86-2724-0B72-B10B-46A62A67E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A25ABB-8BB0-59A2-C5E8-A99742AD34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E12304-F30C-416C-B384-2ADB8602C4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FA936BE-89B8-FD0C-F31D-71712CEBD1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C1A9FA-2FBB-8BDA-499A-CC7C46AAED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76560-4CE6-482F-8197-2F3EA4835A1C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CA7B62-0B56-E81F-3B8A-11355B2D03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1DAE7B-DB25-DB8F-CFEB-C7C7266F6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CC65E-2D00-40F4-9B0C-161644FC1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195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53F7B-F595-C2DF-04A9-8994F8B5E3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5E9C0E2-78BB-6265-CB26-46334A84B3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76560-4CE6-482F-8197-2F3EA4835A1C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8FC7D5-57B4-73FC-0872-29876C542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33AA61-1053-6880-4714-F82DECEDF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CC65E-2D00-40F4-9B0C-161644FC1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750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E49434-6B86-F1A3-1736-83F771627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76560-4CE6-482F-8197-2F3EA4835A1C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ADC7A4B-DC37-99D3-631F-06F7F984E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BFD9A8-938D-71F9-6C63-90771E583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CC65E-2D00-40F4-9B0C-161644FC1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093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96B96-CBF8-5FF3-D777-8EFB3CC8B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C1DC9-A0EC-7170-B981-8A7637F225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C2A57C-4AAA-53EC-E87D-C74E38927D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7B859-5B35-C453-399D-CDB5032EE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76560-4CE6-482F-8197-2F3EA4835A1C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6E6E7B0-0D99-86F4-7EFA-4DD49E0CB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7B9741-EFDB-D2BA-FC7E-BA29989F2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CC65E-2D00-40F4-9B0C-161644FC1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5710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324E0-136A-5711-6554-0AA9C5648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0062E66-805C-BE5A-AF4A-17ECB4E107F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A44241D-DB3C-EE68-E2A1-EFA59D8251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217871-6F33-1896-8DF9-C75DC6443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76560-4CE6-482F-8197-2F3EA4835A1C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88C17A-CF5C-B6CB-90DF-8E3ABCEDC8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E210F1-3DED-88AF-CB94-E68876D86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CC65E-2D00-40F4-9B0C-161644FC1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3418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41D9E-A77A-4B48-6F1A-FEB175E24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61932E-294C-ADAA-87A8-5F8C5CFA3B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948309-4C85-A8CE-2793-50349E48D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76560-4CE6-482F-8197-2F3EA4835A1C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64EC1B-A90F-AB31-8B97-6E9AFB0CA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982082-9EBF-7AF9-8C52-97D8D597F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CC65E-2D00-40F4-9B0C-161644FC1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1241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FA8419-CD5A-2F35-2F99-1D33857606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BC2A07-B4D0-D231-1E93-5AADB820F2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2D5399-D367-FBEF-288C-83A1EE864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76560-4CE6-482F-8197-2F3EA4835A1C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C83F94-C55B-4748-3E1A-4C5D585DB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646D37-4FD1-5473-7081-58BEFF461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ACC65E-2D00-40F4-9B0C-161644FC1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774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4510D49-B59E-E5D1-FE58-8085348F39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970953-6375-5D9B-ADBF-9802790B5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D5868-DB39-1F67-1ACB-D6D75FC80D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576560-4CE6-482F-8197-2F3EA4835A1C}" type="datetimeFigureOut">
              <a:rPr lang="en-US" smtClean="0"/>
              <a:t>2/22/2024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C30CA-BAE9-A6E8-1A35-0DA5C241F0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803466-AA4C-3C46-DA92-937C45DC8B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ACC65E-2D00-40F4-9B0C-161644FC19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5283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DB042-4D6D-71CC-D160-BBB2F6F3E34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Progress Report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EF8081-C882-998D-673E-77BF156D852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2024/02/21</a:t>
            </a:r>
          </a:p>
          <a:p>
            <a:r>
              <a:rPr lang="en-US" dirty="0"/>
              <a:t>Yi Jie Chen</a:t>
            </a:r>
          </a:p>
        </p:txBody>
      </p:sp>
    </p:spTree>
    <p:extLst>
      <p:ext uri="{BB962C8B-B14F-4D97-AF65-F5344CB8AC3E}">
        <p14:creationId xmlns:p14="http://schemas.microsoft.com/office/powerpoint/2010/main" val="1390202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E3002-128C-4437-0CDF-88F69D747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Collection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9ECBBA8-51AE-0200-407B-DB352937E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602" y="2042125"/>
            <a:ext cx="9912300" cy="33747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11EF698-6CBA-09FA-E03B-6BBF36B64250}"/>
              </a:ext>
            </a:extLst>
          </p:cNvPr>
          <p:cNvSpPr/>
          <p:nvPr/>
        </p:nvSpPr>
        <p:spPr>
          <a:xfrm>
            <a:off x="685799" y="2822713"/>
            <a:ext cx="10515599" cy="60628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431F797-0919-4162-18F6-D610419638A7}"/>
              </a:ext>
            </a:extLst>
          </p:cNvPr>
          <p:cNvSpPr txBox="1"/>
          <p:nvPr/>
        </p:nvSpPr>
        <p:spPr>
          <a:xfrm>
            <a:off x="6679096" y="1220075"/>
            <a:ext cx="31625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arenR"/>
            </a:pPr>
            <a:r>
              <a:rPr lang="en-US" dirty="0"/>
              <a:t>Clinical Records are detailed</a:t>
            </a:r>
          </a:p>
          <a:p>
            <a:pPr marL="342900" indent="-342900">
              <a:buAutoNum type="arabicParenR"/>
            </a:pPr>
            <a:r>
              <a:rPr lang="en-US" dirty="0"/>
              <a:t>Comprehensive and clear</a:t>
            </a:r>
          </a:p>
        </p:txBody>
      </p:sp>
    </p:spTree>
    <p:extLst>
      <p:ext uri="{BB962C8B-B14F-4D97-AF65-F5344CB8AC3E}">
        <p14:creationId xmlns:p14="http://schemas.microsoft.com/office/powerpoint/2010/main" val="4252478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B9CF50-3838-AC49-315A-53886EEF1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203" y="260952"/>
            <a:ext cx="10515600" cy="1325563"/>
          </a:xfrm>
        </p:spPr>
        <p:txBody>
          <a:bodyPr/>
          <a:lstStyle/>
          <a:p>
            <a:r>
              <a:rPr lang="en-US" dirty="0"/>
              <a:t>Data Extraction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A7C849-3182-5CE0-51FA-9989FCEF0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8249" y="1494038"/>
            <a:ext cx="7905508" cy="499883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8AE5317-763A-448D-3B5F-448ECF7FEE12}"/>
              </a:ext>
            </a:extLst>
          </p:cNvPr>
          <p:cNvSpPr/>
          <p:nvPr/>
        </p:nvSpPr>
        <p:spPr>
          <a:xfrm>
            <a:off x="7697165" y="1494038"/>
            <a:ext cx="706055" cy="499883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2208D2-0C34-14E3-8BA5-CF769E9D40B4}"/>
              </a:ext>
            </a:extLst>
          </p:cNvPr>
          <p:cNvSpPr txBox="1"/>
          <p:nvPr/>
        </p:nvSpPr>
        <p:spPr>
          <a:xfrm>
            <a:off x="4687746" y="461007"/>
            <a:ext cx="318303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en-US" sz="2400" dirty="0"/>
              <a:t>Mutation is fixed</a:t>
            </a:r>
          </a:p>
          <a:p>
            <a:pPr marL="342900" indent="-342900">
              <a:buAutoNum type="arabicParenR"/>
            </a:pPr>
            <a:r>
              <a:rPr lang="en-US" sz="2400" dirty="0"/>
              <a:t>Colored by Stage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329F0D7-2CC9-4527-31D5-EEBA6AF18AA9}"/>
              </a:ext>
            </a:extLst>
          </p:cNvPr>
          <p:cNvSpPr/>
          <p:nvPr/>
        </p:nvSpPr>
        <p:spPr>
          <a:xfrm>
            <a:off x="871373" y="1904835"/>
            <a:ext cx="506015" cy="548998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I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DBB3945-7F09-CFC1-8EDA-65CE100DFF77}"/>
              </a:ext>
            </a:extLst>
          </p:cNvPr>
          <p:cNvSpPr/>
          <p:nvPr/>
        </p:nvSpPr>
        <p:spPr>
          <a:xfrm>
            <a:off x="878796" y="3029508"/>
            <a:ext cx="506015" cy="548998"/>
          </a:xfrm>
          <a:prstGeom prst="roundRect">
            <a:avLst/>
          </a:prstGeom>
          <a:solidFill>
            <a:srgbClr val="D4C2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II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6E6DA37-1AAE-2749-DBD1-1E12657F5ACF}"/>
              </a:ext>
            </a:extLst>
          </p:cNvPr>
          <p:cNvSpPr/>
          <p:nvPr/>
        </p:nvSpPr>
        <p:spPr>
          <a:xfrm>
            <a:off x="886219" y="4154181"/>
            <a:ext cx="506015" cy="548998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III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99EA55F-6EF0-1716-5972-3B8D13D80BB9}"/>
              </a:ext>
            </a:extLst>
          </p:cNvPr>
          <p:cNvSpPr/>
          <p:nvPr/>
        </p:nvSpPr>
        <p:spPr>
          <a:xfrm>
            <a:off x="893642" y="5278854"/>
            <a:ext cx="506015" cy="548998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IV</a:t>
            </a:r>
          </a:p>
        </p:txBody>
      </p:sp>
    </p:spTree>
    <p:extLst>
      <p:ext uri="{BB962C8B-B14F-4D97-AF65-F5344CB8AC3E}">
        <p14:creationId xmlns:p14="http://schemas.microsoft.com/office/powerpoint/2010/main" val="39543323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F24E3-41F1-F5DA-50E8-FDA7C653E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Exploratory Data Analysis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2EC345-2C38-9104-7101-6717EBF08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Discuss based on what we observed</a:t>
            </a:r>
          </a:p>
          <a:p>
            <a:r>
              <a:rPr lang="en-US" dirty="0"/>
              <a:t>Clinical Information </a:t>
            </a:r>
            <a:r>
              <a:rPr lang="en-US" sz="1600" dirty="0"/>
              <a:t>(Tissue Origins / Smoking / Pathology) </a:t>
            </a:r>
            <a:r>
              <a:rPr lang="en-US" dirty="0"/>
              <a:t>&lt;-&gt; Genes</a:t>
            </a:r>
          </a:p>
          <a:p>
            <a:r>
              <a:rPr lang="en-US" dirty="0"/>
              <a:t>What is the pattern of LUAD </a:t>
            </a:r>
            <a:r>
              <a:rPr lang="en-US" altLang="zh-TW" dirty="0"/>
              <a:t>I-IV patients?</a:t>
            </a:r>
          </a:p>
          <a:p>
            <a:pPr lvl="1"/>
            <a:r>
              <a:rPr lang="en-US" altLang="zh-TW" dirty="0"/>
              <a:t>Exhausted Genes Pattern</a:t>
            </a:r>
          </a:p>
          <a:p>
            <a:pPr lvl="1"/>
            <a:r>
              <a:rPr lang="en-US" altLang="zh-TW" dirty="0"/>
              <a:t>The most abundant genes in I/II/III/IV</a:t>
            </a:r>
          </a:p>
        </p:txBody>
      </p:sp>
    </p:spTree>
    <p:extLst>
      <p:ext uri="{BB962C8B-B14F-4D97-AF65-F5344CB8AC3E}">
        <p14:creationId xmlns:p14="http://schemas.microsoft.com/office/powerpoint/2010/main" val="2662898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916EF-52AB-E603-E121-9AD55CE3CB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49E914-FB86-86A5-8DAD-987969A02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801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50A860-60C2-CFF9-55B8-7159A8605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88086-4E18-8BA6-A698-2C2360386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1407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209</Words>
  <Application>Microsoft Office PowerPoint</Application>
  <PresentationFormat>Widescreen</PresentationFormat>
  <Paragraphs>29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Progress Report</vt:lpstr>
      <vt:lpstr>Data Collection</vt:lpstr>
      <vt:lpstr>Data Extraction</vt:lpstr>
      <vt:lpstr>Exploratory Data Analysis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Progress Report</dc:title>
  <dc:creator>Yi Jie Chen</dc:creator>
  <cp:lastModifiedBy>Yi Jie Chen</cp:lastModifiedBy>
  <cp:revision>4</cp:revision>
  <dcterms:created xsi:type="dcterms:W3CDTF">2024-02-21T15:25:31Z</dcterms:created>
  <dcterms:modified xsi:type="dcterms:W3CDTF">2024-02-22T06:41:01Z</dcterms:modified>
</cp:coreProperties>
</file>