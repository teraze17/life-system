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3007-BED5-BC0F-CC92-067FD38D8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58802-C88A-D1CF-DA94-1B39EBEDA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893C4-3555-02E2-DBEA-DAAB3217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10474-15B2-3BD9-21ED-DC54B644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5AA26-01D5-D74F-B6EF-33D21BE0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1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1D41-AB47-83CA-7FD4-C6235E4B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FB3C4-7350-0A58-5372-C4365729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857B9-61F5-E74D-A0CC-549F8E88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46BB2-7773-D625-DC4A-D33B8DEF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0CE4-2B96-6ABA-F170-BF9ACF0E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35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AD82-F01C-9554-A0F4-AFC51F35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4FC91-2EAF-5CA0-FE22-AD180EB0A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3992-417D-6476-9508-A1DBAF94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D92B1-6347-BB01-F652-F3F4B52A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EC664-BEC3-3F80-4FD5-A5F777B9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4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8585-627A-5C21-EC7A-20132721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79EC-8767-93EA-662D-D8FBE7B34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6564B-B67D-307D-2B03-1217F650B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0219-3674-E2A9-5D47-33D0D889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05501-B811-49BE-9DC3-7E4D58A0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1D487-A958-2794-4B75-699A1112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0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B081-2985-2510-7DED-00B548B8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A762A-8405-DA1C-DFFE-420BB7FA9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D5BC6-9DE5-2E27-AD84-56D24CD93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2B1E1-BC36-9D78-366E-076E43FFD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DED9B-2D3F-E414-9535-E3CBECE5D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12D-35C6-544B-6AA1-6BCD8213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2909A-1C98-8624-E22B-6CEE4C1C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E1DE4-9EAE-086E-CCD7-F5010F90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1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2FBF-D22D-2CE8-F4E4-F8222A4C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6B21E-AE0F-258C-0C27-92AE18A1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51DFB-E280-F8C3-7EA2-201CA9D0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B2B2C-27FF-8CD9-80DF-67426A2A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7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63C9F-C0CD-85F8-F40C-BDCCC102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E654B-BAF5-34D8-DA92-F1D8A8CD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7A356-96B9-5CF7-C8DA-AC954E13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4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731D-37F6-39DE-052C-1E76CE31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FF9B3-8AA9-F037-D246-CE2BB6D6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1D730-6968-4733-305C-1AF19D833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9A1BB-96DF-1F29-E5D8-1069F242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7C899-A671-FDB6-D6FB-C48799EF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88438-2294-4209-263F-B61D53F9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2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82A2-04F4-06D7-6376-3E432845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EAF42-8A61-8D17-09D9-3601E82FC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17729-B7AA-1CA9-359E-C3530650D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CE7F6-78E5-2735-32B5-6A8B345C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C7FB5-40B4-0130-C730-15B049B3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40A5B-9C72-4AB1-CCE5-E7E2F4C2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31DB-300F-3548-3E77-E0829A1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E0B5F-AE05-9FB1-26D1-9AF5ABA4B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7A13-4C6B-E2A3-1ED6-A2C885A0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CFB12-0F8C-AAC5-92DB-0987D6EC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8957D-D116-1621-B877-527A42CF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5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8750D-784D-2AC9-9EA4-D8DCBBDEF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B38C7-49CE-6BF3-416D-6D0C6178B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C08C-0576-7D11-B06A-7887B1F1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9D54F-0614-2362-2E80-BDDFF96F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1E0A4-592F-FD55-E9B5-B859BF31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2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3D012-543D-9994-964F-58339BE8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F1644-CC5E-1A30-60C0-F0C90378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9F7D-16E9-7CEB-D096-034C6A6E9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A080F-E9FB-475C-B654-EEA8F88C846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6191-7CC1-3374-2BD2-0B5CDBBF3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938D6-4A01-446D-2C7A-8B5FA15D1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5CAAB-B6E4-4685-B158-E0D0F6ACD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5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4E17C4-40C8-990A-DEF5-62E466F8E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4855"/>
            <a:ext cx="9144000" cy="975107"/>
          </a:xfrm>
        </p:spPr>
        <p:txBody>
          <a:bodyPr/>
          <a:lstStyle/>
          <a:p>
            <a:r>
              <a:rPr lang="en-US" altLang="zh-TW" dirty="0"/>
              <a:t>Progress Report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8B01626-1B31-0D9C-EA4F-B86F9100C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sz="3200" dirty="0"/>
              <a:t>Chen, Yi Jie</a:t>
            </a:r>
          </a:p>
          <a:p>
            <a:r>
              <a:rPr lang="en-US" dirty="0"/>
              <a:t>2023.11.09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2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D319-42C6-D9F8-B625-5DE7D28D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96FB-860D-B291-F07A-6A12A8FB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9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BABAD4-EE13-27DE-47B4-021663A5397D}"/>
              </a:ext>
            </a:extLst>
          </p:cNvPr>
          <p:cNvSpPr txBox="1">
            <a:spLocks/>
          </p:cNvSpPr>
          <p:nvPr/>
        </p:nvSpPr>
        <p:spPr>
          <a:xfrm>
            <a:off x="1524000" y="2534855"/>
            <a:ext cx="9144000" cy="975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0B2809-918D-093B-2FE2-B6319F3D1AB1}"/>
              </a:ext>
            </a:extLst>
          </p:cNvPr>
          <p:cNvSpPr txBox="1">
            <a:spLocks/>
          </p:cNvSpPr>
          <p:nvPr/>
        </p:nvSpPr>
        <p:spPr>
          <a:xfrm>
            <a:off x="1176779" y="1433992"/>
            <a:ext cx="9144000" cy="3176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en-US" dirty="0"/>
              <a:t>Using </a:t>
            </a:r>
            <a:r>
              <a:rPr lang="en-US" dirty="0">
                <a:solidFill>
                  <a:schemeClr val="accent1"/>
                </a:solidFill>
              </a:rPr>
              <a:t>Real Data </a:t>
            </a:r>
          </a:p>
          <a:p>
            <a:pPr algn="ctr">
              <a:lnSpc>
                <a:spcPct val="170000"/>
              </a:lnSpc>
            </a:pPr>
            <a:r>
              <a:rPr lang="en-US" altLang="zh-TW" dirty="0">
                <a:solidFill>
                  <a:schemeClr val="accent1"/>
                </a:solidFill>
              </a:rPr>
              <a:t>Seurat vs. SIMBA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8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D2A4-D106-3D26-3965-67FF380E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C6B03-0DBE-D44B-A32E-1F0A1C40E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9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Progress Report</vt:lpstr>
      <vt:lpstr>Outline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Yi Jie Chen</dc:creator>
  <cp:lastModifiedBy>Yi Jie Chen</cp:lastModifiedBy>
  <cp:revision>4</cp:revision>
  <dcterms:created xsi:type="dcterms:W3CDTF">2023-11-09T11:33:32Z</dcterms:created>
  <dcterms:modified xsi:type="dcterms:W3CDTF">2023-11-23T18:34:03Z</dcterms:modified>
</cp:coreProperties>
</file>