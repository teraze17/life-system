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74" autoAdjust="0"/>
  </p:normalViewPr>
  <p:slideViewPr>
    <p:cSldViewPr snapToGrid="0">
      <p:cViewPr varScale="1">
        <p:scale>
          <a:sx n="72" d="100"/>
          <a:sy n="72" d="100"/>
        </p:scale>
        <p:origin x="10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5887C-38ED-497E-B243-D113567B987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AEDEB-5CC6-4921-B4F0-283B5939C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2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TW" altLang="en-US" dirty="0"/>
              <a:t>除了癌症，還有很多種疾病有</a:t>
            </a:r>
            <a:r>
              <a:rPr lang="en-US" altLang="zh-TW" dirty="0"/>
              <a:t>single cell data</a:t>
            </a:r>
          </a:p>
          <a:p>
            <a:pPr marL="228600" indent="-228600">
              <a:buAutoNum type="arabicPeriod"/>
            </a:pPr>
            <a:r>
              <a:rPr lang="zh-TW" altLang="en-US" dirty="0"/>
              <a:t>惡性腫瘤和癌症的區分 </a:t>
            </a:r>
            <a:endParaRPr lang="en-US" altLang="zh-TW" dirty="0"/>
          </a:p>
          <a:p>
            <a:pPr lvl="1" algn="l"/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blastoma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類型包括：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神經母細胞瘤（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Neuroblastoma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）：影響神經組織的癌症。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肝母細胞瘤（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Hepatoblastoma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）：一種影響肝臟的癌症。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網狀細胞母細胞瘤（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Retinoblastoma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）：影響眼睛視網膜的癌症。</a:t>
            </a:r>
          </a:p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AEDEB-5CC6-4921-B4F0-283B5939C0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00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Proteomics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AEDEB-5CC6-4921-B4F0-283B5939C0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7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919A-40BB-2DC8-B434-6E4F84E7B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AE7FD-4DB3-F6A8-B945-F39BABAC8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711D4-5C30-B3E5-F1F6-4E220D83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EF7A-77AE-E4A4-ECC6-10FA7E8F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99EA0-EC6E-EA56-7720-A5B5DC8C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0075-4E59-EC40-F11B-C2C40A7D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26415-F8BB-D57A-BB1A-115FB74D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0FF70-FB4D-5737-3D0F-C897F48B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68E16-4B14-8E6B-ECEF-E15CD5DB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2D68-A98C-90DC-25F1-0517E960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9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BE4F-E89B-C820-E8C7-57B27A9D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469B-4BA5-E85F-2D3A-C5DCAC840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88CE-5930-EB63-99D7-0580BABB2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6B22-E517-2649-95D6-75FD548C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5A18A-788E-0E6A-6797-4330107C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4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52A0-5DC1-2949-BECA-F4169E34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4551A-90BD-7CEC-78EF-F3A88CACE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F2D10-EFD8-8914-8B33-C3A08764D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4B5E-A4ED-DDAD-1EC5-407BCA27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4AFD3-0E86-286A-590F-A0AE4845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B3462-710F-5841-51B8-61600C94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1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EFB9-D1C7-C8A1-4419-AD206082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E64AC-2774-2390-9E25-80D2B4059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5A064-3FDF-813D-3799-4C9AD093F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930EB-0FDA-371B-FECE-D7F78A6FE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DC8EE-4B84-725B-214E-248A21A15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37E6D-82FD-E818-4A2B-1BC9F434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B7324-836F-3C34-E362-E1AA7A96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93E78-A626-65B5-2C5F-3483D791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6B48-8FD0-1C6A-8271-CA0761B0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5A8BF-67E4-F976-F4AD-76675D11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903E1-772E-6F16-C6CE-6C0FD56C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8F6A8-26DE-0873-3505-4514CD8F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D742B-1FA1-39AC-AF2B-088A56FA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53A7A-EA34-C596-B592-92C5D859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F98B-F658-BDCF-7E4D-9EB80855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0B73-D13C-ED43-4925-0E70A94DF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610D8-85BE-AD35-4F23-E1BDBB79A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3DE25-B912-0A04-554D-4CB942348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AA126-D867-651D-6757-7A405CDA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3A269-D326-D85F-78DF-0F744573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673-B8B1-0A0B-7E93-B5DA0DC6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6773-4718-E5FC-2D30-4012965F6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76AD9-7328-C891-6FCB-67BBE374C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0941F-1F45-93FE-512B-6CC1DEAE4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DD0F2-606D-40AB-EA30-EC9BD1CE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3092B-54E8-D4A9-2DE0-DD8C26D3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0ED1A-FA41-227B-4664-9D101757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F878-6D4F-AD49-F5F6-7737B686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AC644-19D7-D23D-4E24-F6D640B42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6ACF-2895-00D3-FAED-AD06EFE9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F081A-B040-F40F-9AD3-4FD3F9D4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2BFD1-7C73-E534-3C01-EFEAFBE6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7AF66E-B723-7785-BFB7-ED5F3B68C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BA7CE-AF8E-DE4F-537F-3D94703D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DDC6C-679C-FF95-5866-5A9AED87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665CE-0D7C-CE5E-F631-A20A0C6C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4B1F2-D7C7-76E5-AD9A-E385D041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8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34584-C9ED-8C17-3094-6675B6EB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B4D09-6ED0-CBB9-DD5F-CFA00E0B7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1A5D-E967-9B2C-EF11-B32F27F7B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DD814-662B-4E49-ADD6-1E494C133A3B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085B-CB0D-ADB8-1BC9-CF350C295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8ED2D-DFCA-936E-D716-03F66542A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0DFE8-7933-44EC-87C6-9716CF13D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8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patialresearch.org/resources-published-datasets/" TargetMode="External"/><Relationship Id="rId3" Type="http://schemas.openxmlformats.org/officeDocument/2006/relationships/hyperlink" Target="https://singlecell.broadinstitute.org/single_cell" TargetMode="External"/><Relationship Id="rId7" Type="http://schemas.openxmlformats.org/officeDocument/2006/relationships/hyperlink" Target="http://bio-bigdata.hrbmu.edu.cn/SORC/Download.jsp" TargetMode="External"/><Relationship Id="rId2" Type="http://schemas.openxmlformats.org/officeDocument/2006/relationships/hyperlink" Target="https://cellxgene.cziscience.com/collectio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b.cngb.org/stomics/" TargetMode="External"/><Relationship Id="rId5" Type="http://schemas.openxmlformats.org/officeDocument/2006/relationships/hyperlink" Target="https://ngdc.cncb.ac.cn/methbank/scm/" TargetMode="External"/><Relationship Id="rId4" Type="http://schemas.openxmlformats.org/officeDocument/2006/relationships/hyperlink" Target="https://www.immunesinglecell.org/repository" TargetMode="External"/><Relationship Id="rId9" Type="http://schemas.openxmlformats.org/officeDocument/2006/relationships/hyperlink" Target="http://singpro.idrblab.net/data/ms/details/SCP4338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B6F9-B91E-12C9-4E9F-E47FE33DC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Diseases Data in Multi-Omics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D6768-7D74-DE12-CED7-10A09B3472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2024/01/19</a:t>
            </a:r>
          </a:p>
          <a:p>
            <a:r>
              <a:rPr lang="en-US" dirty="0"/>
              <a:t>Yi Jie, Chen</a:t>
            </a:r>
          </a:p>
        </p:txBody>
      </p:sp>
    </p:spTree>
    <p:extLst>
      <p:ext uri="{BB962C8B-B14F-4D97-AF65-F5344CB8AC3E}">
        <p14:creationId xmlns:p14="http://schemas.microsoft.com/office/powerpoint/2010/main" val="101298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FF56-B6B8-3DEA-BD8B-352D8F36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EAA3-00E5-F036-3FDA-F1228B503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CZCellxGene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 Cell Portal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scMethBank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STOmics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DB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SORC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Spatial Research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rgbClr val="7030A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SingPro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94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0C2C4-44AD-DE94-0673-9FA3B2D4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135" y="365125"/>
            <a:ext cx="10515600" cy="1325563"/>
          </a:xfrm>
        </p:spPr>
        <p:txBody>
          <a:bodyPr/>
          <a:lstStyle/>
          <a:p>
            <a:r>
              <a:rPr lang="en-US" dirty="0"/>
              <a:t>Web Crawler + Disease Annotation / </a:t>
            </a:r>
            <a:r>
              <a:rPr lang="en-US" altLang="zh-TW" dirty="0"/>
              <a:t>Highlight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B44063-94AC-D48E-7EB0-1B34F64AD462}"/>
              </a:ext>
            </a:extLst>
          </p:cNvPr>
          <p:cNvGrpSpPr/>
          <p:nvPr/>
        </p:nvGrpSpPr>
        <p:grpSpPr>
          <a:xfrm>
            <a:off x="8351161" y="1835988"/>
            <a:ext cx="3156859" cy="303489"/>
            <a:chOff x="6011694" y="1539909"/>
            <a:chExt cx="3156859" cy="3034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E18897-2662-A768-2729-A53369A7EF77}"/>
                </a:ext>
              </a:extLst>
            </p:cNvPr>
            <p:cNvSpPr/>
            <p:nvPr/>
          </p:nvSpPr>
          <p:spPr>
            <a:xfrm>
              <a:off x="6011694" y="1541840"/>
              <a:ext cx="869931" cy="30155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cancer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4E0DC0-00E8-1CC1-95A0-7E7EB6C036CB}"/>
                </a:ext>
              </a:extLst>
            </p:cNvPr>
            <p:cNvSpPr/>
            <p:nvPr/>
          </p:nvSpPr>
          <p:spPr>
            <a:xfrm>
              <a:off x="6881625" y="1539909"/>
              <a:ext cx="869931" cy="301558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tumor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B05B96-CE19-A71B-D31C-6E990130C73F}"/>
                </a:ext>
              </a:extLst>
            </p:cNvPr>
            <p:cNvSpPr/>
            <p:nvPr/>
          </p:nvSpPr>
          <p:spPr>
            <a:xfrm>
              <a:off x="7751556" y="1539909"/>
              <a:ext cx="1416997" cy="3015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Lung-related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7BDAE-55D0-D2D6-2969-F8079622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5" y="2269172"/>
            <a:ext cx="11196735" cy="40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3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3FFFD2-5CEB-FF4B-9064-070583699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36" y="1898276"/>
            <a:ext cx="11803122" cy="2010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A01111-FA08-0D73-8A61-6CD7BEA0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Intersected Diseases of the Database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37F65-2CB6-73AF-480D-29A582BD6B17}"/>
              </a:ext>
            </a:extLst>
          </p:cNvPr>
          <p:cNvSpPr/>
          <p:nvPr/>
        </p:nvSpPr>
        <p:spPr>
          <a:xfrm>
            <a:off x="220436" y="1860172"/>
            <a:ext cx="1511087" cy="1777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8ED42-E6F5-50C8-9E06-C7E50E1D6F51}"/>
              </a:ext>
            </a:extLst>
          </p:cNvPr>
          <p:cNvSpPr/>
          <p:nvPr/>
        </p:nvSpPr>
        <p:spPr>
          <a:xfrm>
            <a:off x="411775" y="5262663"/>
            <a:ext cx="1128408" cy="680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Lung Cancer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CC586-E659-A562-6886-028387D0E1FA}"/>
              </a:ext>
            </a:extLst>
          </p:cNvPr>
          <p:cNvSpPr/>
          <p:nvPr/>
        </p:nvSpPr>
        <p:spPr>
          <a:xfrm>
            <a:off x="2033051" y="4581727"/>
            <a:ext cx="1128408" cy="680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NSCLC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455F1-9479-4B2A-7F38-8EEBE6045AA5}"/>
              </a:ext>
            </a:extLst>
          </p:cNvPr>
          <p:cNvSpPr/>
          <p:nvPr/>
        </p:nvSpPr>
        <p:spPr>
          <a:xfrm>
            <a:off x="2033051" y="5792483"/>
            <a:ext cx="1128408" cy="680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SCLC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6D45C1-722A-D356-4040-E82B190EBC8D}"/>
              </a:ext>
            </a:extLst>
          </p:cNvPr>
          <p:cNvSpPr/>
          <p:nvPr/>
        </p:nvSpPr>
        <p:spPr>
          <a:xfrm>
            <a:off x="3737056" y="4357991"/>
            <a:ext cx="786306" cy="4474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LUSC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ABDD69-406C-C4AC-B406-F93DCC4B1272}"/>
              </a:ext>
            </a:extLst>
          </p:cNvPr>
          <p:cNvSpPr/>
          <p:nvPr/>
        </p:nvSpPr>
        <p:spPr>
          <a:xfrm>
            <a:off x="3737056" y="4912468"/>
            <a:ext cx="818675" cy="4474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LUAD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E4F4E7-E732-6CE2-A3C6-282E86A4F4B5}"/>
              </a:ext>
            </a:extLst>
          </p:cNvPr>
          <p:cNvSpPr/>
          <p:nvPr/>
        </p:nvSpPr>
        <p:spPr>
          <a:xfrm>
            <a:off x="3654327" y="5486398"/>
            <a:ext cx="1128408" cy="4572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Large-cell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496017-2758-E912-09B5-B5942B7A455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1540183" y="4922195"/>
            <a:ext cx="492868" cy="6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5C8506-C73A-190D-0CFC-7AED4F3D4C3F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1540183" y="5603131"/>
            <a:ext cx="492868" cy="529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0FB806-45CF-6106-A492-562C24B9FA18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3161459" y="4581727"/>
            <a:ext cx="575597" cy="340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C1B998-43F5-B013-7F6D-6384E89061B4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3161459" y="4922195"/>
            <a:ext cx="575597" cy="214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3BE040-313A-7249-F36D-033980B0C138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3161459" y="4922195"/>
            <a:ext cx="492868" cy="792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79EA568-19C1-2367-DDBF-7738D1007628}"/>
              </a:ext>
            </a:extLst>
          </p:cNvPr>
          <p:cNvSpPr txBox="1"/>
          <p:nvPr/>
        </p:nvSpPr>
        <p:spPr>
          <a:xfrm>
            <a:off x="5173829" y="4766388"/>
            <a:ext cx="438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GSE131907 (Healthy/ Early Metastasis Stage)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F34997-0F0C-A53B-0617-535590E64841}"/>
              </a:ext>
            </a:extLst>
          </p:cNvPr>
          <p:cNvSpPr txBox="1"/>
          <p:nvPr/>
        </p:nvSpPr>
        <p:spPr>
          <a:xfrm>
            <a:off x="5173829" y="5132960"/>
            <a:ext cx="4997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GSE183590 (Early Stage Biomarker, but from </a:t>
            </a:r>
            <a:r>
              <a:rPr lang="en-US" u="sng" dirty="0"/>
              <a:t>blood</a:t>
            </a:r>
            <a:r>
              <a:rPr lang="en-US" dirty="0"/>
              <a:t>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14536C-FC97-F76C-582E-F9D560F6B164}"/>
              </a:ext>
            </a:extLst>
          </p:cNvPr>
          <p:cNvCxnSpPr>
            <a:stCxn id="15" idx="3"/>
          </p:cNvCxnSpPr>
          <p:nvPr/>
        </p:nvCxnSpPr>
        <p:spPr>
          <a:xfrm flipV="1">
            <a:off x="4555731" y="5136203"/>
            <a:ext cx="31782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8AB5EE-7188-46A9-91E6-AB449148F3BE}"/>
              </a:ext>
            </a:extLst>
          </p:cNvPr>
          <p:cNvCxnSpPr>
            <a:cxnSpLocks/>
          </p:cNvCxnSpPr>
          <p:nvPr/>
        </p:nvCxnSpPr>
        <p:spPr>
          <a:xfrm flipV="1">
            <a:off x="4873557" y="4951377"/>
            <a:ext cx="6513" cy="366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7EBA87-7725-8A7A-E3DB-3C6D8A454C0E}"/>
              </a:ext>
            </a:extLst>
          </p:cNvPr>
          <p:cNvCxnSpPr>
            <a:cxnSpLocks/>
          </p:cNvCxnSpPr>
          <p:nvPr/>
        </p:nvCxnSpPr>
        <p:spPr>
          <a:xfrm>
            <a:off x="4884920" y="4951054"/>
            <a:ext cx="227004" cy="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A5E804-4B22-8CD2-CFFF-D7B20B4BC33A}"/>
              </a:ext>
            </a:extLst>
          </p:cNvPr>
          <p:cNvCxnSpPr>
            <a:cxnSpLocks/>
          </p:cNvCxnSpPr>
          <p:nvPr/>
        </p:nvCxnSpPr>
        <p:spPr>
          <a:xfrm>
            <a:off x="4872767" y="5317626"/>
            <a:ext cx="227004" cy="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2B4845A-1A0B-D0AF-00DF-BE859A4D534E}"/>
              </a:ext>
            </a:extLst>
          </p:cNvPr>
          <p:cNvSpPr txBox="1"/>
          <p:nvPr/>
        </p:nvSpPr>
        <p:spPr>
          <a:xfrm>
            <a:off x="10464982" y="4960781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I/III/IV</a:t>
            </a:r>
          </a:p>
        </p:txBody>
      </p:sp>
    </p:spTree>
    <p:extLst>
      <p:ext uri="{BB962C8B-B14F-4D97-AF65-F5344CB8AC3E}">
        <p14:creationId xmlns:p14="http://schemas.microsoft.com/office/powerpoint/2010/main" val="352248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9B0319-44F6-8A9C-1ECA-7B209F164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88" y="351926"/>
            <a:ext cx="9967824" cy="57764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FD449A-CC42-B1E1-7B36-825AA918E6F3}"/>
              </a:ext>
            </a:extLst>
          </p:cNvPr>
          <p:cNvSpPr/>
          <p:nvPr/>
        </p:nvSpPr>
        <p:spPr>
          <a:xfrm>
            <a:off x="1103243" y="2514600"/>
            <a:ext cx="2673627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102DA6-8B80-92B0-7F8C-A231FD3901BB}"/>
              </a:ext>
            </a:extLst>
          </p:cNvPr>
          <p:cNvSpPr/>
          <p:nvPr/>
        </p:nvSpPr>
        <p:spPr>
          <a:xfrm>
            <a:off x="3929270" y="1573696"/>
            <a:ext cx="6149008" cy="9144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79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E19FCE-6C57-89A6-D868-8E9CDC08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678" y="372190"/>
            <a:ext cx="5435139" cy="57982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B0570BD-E463-B4C2-99EE-A2B837C3CCE9}"/>
              </a:ext>
            </a:extLst>
          </p:cNvPr>
          <p:cNvSpPr/>
          <p:nvPr/>
        </p:nvSpPr>
        <p:spPr>
          <a:xfrm>
            <a:off x="2305878" y="1689653"/>
            <a:ext cx="5913783" cy="1242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0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167</Words>
  <Application>Microsoft Office PowerPoint</Application>
  <PresentationFormat>Widescreen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Söhne</vt:lpstr>
      <vt:lpstr>Arial</vt:lpstr>
      <vt:lpstr>Calibri</vt:lpstr>
      <vt:lpstr>Calibri Light</vt:lpstr>
      <vt:lpstr>Office Theme</vt:lpstr>
      <vt:lpstr>Diseases Data in Multi-Omics</vt:lpstr>
      <vt:lpstr>Multi-Omics Database</vt:lpstr>
      <vt:lpstr>Web Crawler + Disease Annotation / Highlight</vt:lpstr>
      <vt:lpstr>Intersected Diseases of the Database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Diseases Data in Multi-Omics</dc:title>
  <dc:creator>Yi Jie Chen</dc:creator>
  <cp:lastModifiedBy>Yi Jie Chen</cp:lastModifiedBy>
  <cp:revision>8</cp:revision>
  <dcterms:created xsi:type="dcterms:W3CDTF">2024-01-19T03:25:05Z</dcterms:created>
  <dcterms:modified xsi:type="dcterms:W3CDTF">2024-01-24T05:47:10Z</dcterms:modified>
</cp:coreProperties>
</file>