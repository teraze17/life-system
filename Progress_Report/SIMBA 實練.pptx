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4" r:id="rId4"/>
    <p:sldId id="258" r:id="rId5"/>
    <p:sldId id="262" r:id="rId6"/>
    <p:sldId id="261" r:id="rId7"/>
    <p:sldId id="260" r:id="rId8"/>
    <p:sldId id="263" r:id="rId9"/>
    <p:sldId id="259" r:id="rId10"/>
    <p:sldId id="267" r:id="rId11"/>
    <p:sldId id="265" r:id="rId12"/>
    <p:sldId id="266" r:id="rId13"/>
    <p:sldId id="268" r:id="rId14"/>
    <p:sldId id="270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005" autoAdjust="0"/>
  </p:normalViewPr>
  <p:slideViewPr>
    <p:cSldViewPr snapToGrid="0">
      <p:cViewPr varScale="1">
        <p:scale>
          <a:sx n="71" d="100"/>
          <a:sy n="71" d="100"/>
        </p:scale>
        <p:origin x="11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BBAE4-CA45-42BE-8663-3D58F6885004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7CC76-339A-4079-A670-4ACE7A5FC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48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simba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如果沒有 </a:t>
            </a:r>
            <a:r>
              <a:rPr lang="en-US" altLang="zh-TW" b="0" i="0" dirty="0" err="1">
                <a:solidFill>
                  <a:srgbClr val="374151"/>
                </a:solidFill>
                <a:effectLst/>
                <a:latin typeface="Söhne"/>
              </a:rPr>
              <a:t>Bioconda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不可用。你需要添加 </a:t>
            </a:r>
            <a:r>
              <a:rPr lang="en-US" dirty="0" err="1"/>
              <a:t>bioconda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頻道到你的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conda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頻道列表中，因為 </a:t>
            </a:r>
            <a:r>
              <a:rPr lang="en-US" dirty="0" err="1"/>
              <a:t>simba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是從 </a:t>
            </a:r>
            <a:r>
              <a:rPr lang="en-US" dirty="0" err="1"/>
              <a:t>bioconda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頻道提供的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7CC76-339A-4079-A670-4ACE7A5FC0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94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FECD-6174-B028-FBE0-63F15CBFA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BF09C-FAF2-A9D8-FAA0-37BAC0284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8DC77-C9F7-E5F6-1E8A-8BF15B04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380D9-E0F8-4EE9-B72F-02A6EFC42F7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DB775-B0AA-DCDB-8FB8-22F40047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FEADA-493E-985F-D798-148A7443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0FFA-BA19-446A-A116-DCB70A65F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97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60BA9-E651-23EC-9BFF-26B60393F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10830-116B-9FE4-3D88-F9FEE4DB4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A4CF7-F6DB-452C-C41C-E3C92494B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380D9-E0F8-4EE9-B72F-02A6EFC42F7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54D65-41A8-8E67-02F3-EC980C21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56B3F-2B0B-89DE-FB79-B56F2816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0FFA-BA19-446A-A116-DCB70A65F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D7FE7-4585-2E52-88CE-8C030005D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580A6-5637-2C0A-278A-640784FD2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80A40-B308-D419-3B82-53A0DB0CE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380D9-E0F8-4EE9-B72F-02A6EFC42F7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4EECD-D883-3BCF-2436-D3074FF9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03C08-6B9B-6323-6F41-6B21C9FF7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0FFA-BA19-446A-A116-DCB70A65F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9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F2CA-D0D7-F440-A1B8-9C2F372A2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C272A-EEA5-2406-05E7-303C7D566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6D92F-EC89-48D6-15A5-50239C5CF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7661E-C1C2-AF2C-7AEB-154E9797F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380D9-E0F8-4EE9-B72F-02A6EFC42F7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6743E-DDA9-417D-EBD4-374F63EC3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74982-420E-95D2-17AD-90FE9CA3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0FFA-BA19-446A-A116-DCB70A65F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4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4DBD6-D7DB-AD52-072E-6B91AED05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58C63-1C75-AEF4-C31A-66DC9942B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DC972-AAF6-EB86-BCAF-BE4F1603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FB68B3-64FC-FC50-F04A-2EBEED274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6D20C6-D56D-31BB-3B19-39E88EE11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D0A24-3204-DA3F-9EEE-795E6F1A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380D9-E0F8-4EE9-B72F-02A6EFC42F7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CDAC6E-DD39-56F8-C785-ED5CD106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652442-6732-2D2A-066E-C06B7C96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0FFA-BA19-446A-A116-DCB70A65F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91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5400C-50E1-CAA4-8006-B44805BA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C11A28-CEED-01F0-F857-26BD0577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380D9-E0F8-4EE9-B72F-02A6EFC42F7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13BD1-66D5-DD27-CA87-93DB70E1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6BBF0-09F6-B5DF-40F5-0AA06B4E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0FFA-BA19-446A-A116-DCB70A65F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44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2F4A3-3A69-DAA0-3781-82F0295A7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380D9-E0F8-4EE9-B72F-02A6EFC42F7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4D9E6C-6824-83D2-EF94-43A5EC123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63264-5283-8E27-4DC5-8BF021A5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0FFA-BA19-446A-A116-DCB70A65F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00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31A20-F757-5055-35A3-E2A60F6DD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7D2BB-732C-DB88-8793-645D6ACF9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05FAD-3541-2747-3645-1FD88D3C6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08283-2CC4-4161-4543-44ACFFA01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380D9-E0F8-4EE9-B72F-02A6EFC42F7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AFD6F-7F1E-98FA-AB1F-996926C47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D8B72-F0EF-5C31-F0C7-BDB17677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0FFA-BA19-446A-A116-DCB70A65F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830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A0994-7B3C-052F-C7F4-FF1B638A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A7F85A-5F4B-61DA-374B-383F3DC782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C7116-B787-D569-A7C0-9B67DFDF9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A99D5-17FC-02CD-F553-91416D50C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380D9-E0F8-4EE9-B72F-02A6EFC42F7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9D70F-6D3B-744F-4584-089DA6D12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9B9B9-8F9D-AED1-9638-AD65E746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0FFA-BA19-446A-A116-DCB70A65F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93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EC76-6F96-D5B1-464F-8802F2B22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5276F-7980-99D9-0BEB-F78853490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22DEA-FA7B-54D3-D5EB-4EEAFDA66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380D9-E0F8-4EE9-B72F-02A6EFC42F7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3BADE-83AF-92C3-0BC6-C358DFE3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4C398-4215-6267-B133-8E0E47FF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0FFA-BA19-446A-A116-DCB70A65F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1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C2EADE-755C-0AF2-C409-34E38A37A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8E610-6A34-759E-1BE8-D0DD184E9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EB01C-A1C3-ADBD-A5FC-AFBBA747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380D9-E0F8-4EE9-B72F-02A6EFC42F7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29644-EB17-EEC5-1712-255A45E84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628C1-47CA-2F52-143B-85A8FCE89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0FFA-BA19-446A-A116-DCB70A65F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1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71D4B3-1D84-E386-1810-3E367905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46E75-CA20-4E9B-6933-104C81A8D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3A439-237E-9AD9-58CB-998027DBC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380D9-E0F8-4EE9-B72F-02A6EFC42F7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324D9-5F64-9256-45DA-E1F1A7276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779BB-B33D-2C8C-085F-27C04EAF7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F0FFA-BA19-446A-A116-DCB70A65F8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84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pinellolab/simba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uidongchen/simba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inellolab/simba/tree/master/simba/datasets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4CF2B-20EB-3A07-5AF6-A3E5E2E687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SIMBA</a:t>
            </a:r>
            <a:r>
              <a:rPr lang="zh-TW" altLang="en-US" dirty="0"/>
              <a:t> 實作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02CF9-F9D6-4CBA-851D-3DE491030E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安裝安到找不到北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9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068F-FAFD-5A68-797D-15F2DD53A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建置環境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6848B-D186-640F-406D-DD735F1EB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Google </a:t>
            </a:r>
            <a:r>
              <a:rPr lang="en-US" altLang="zh-TW" dirty="0" err="1"/>
              <a:t>Colab</a:t>
            </a:r>
            <a:r>
              <a:rPr lang="zh-TW" altLang="en-US" dirty="0"/>
              <a:t> 中載入 </a:t>
            </a:r>
            <a:r>
              <a:rPr lang="en-US" dirty="0" err="1"/>
              <a:t>Conda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725C5-3FBE-4D26-DEC7-F81806005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564" y="2796485"/>
            <a:ext cx="6553768" cy="126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68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32F9-F564-DB48-EF28-495C58B3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EA987-C826-8D27-126D-12B152AEA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0E696-A3E9-A130-FFC5-008E5B547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559371"/>
            <a:ext cx="11153775" cy="573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768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5E30-DB21-68B6-9847-9F7481670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我想像中的安裝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2EAFD-2264-BAE9-AC8C-1B26BB5522D9}"/>
              </a:ext>
            </a:extLst>
          </p:cNvPr>
          <p:cNvSpPr txBox="1"/>
          <p:nvPr/>
        </p:nvSpPr>
        <p:spPr>
          <a:xfrm>
            <a:off x="7477709" y="6492875"/>
            <a:ext cx="47142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https://simba-bio.readthedocs.io/en/latest/Installation.html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B8F010-D98F-FFC9-595D-91D1B9C89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39876"/>
            <a:ext cx="7369179" cy="45038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982F37-E484-C1A5-1306-6FA044B4A4B0}"/>
              </a:ext>
            </a:extLst>
          </p:cNvPr>
          <p:cNvSpPr txBox="1"/>
          <p:nvPr/>
        </p:nvSpPr>
        <p:spPr>
          <a:xfrm>
            <a:off x="8845826" y="2549849"/>
            <a:ext cx="2225033" cy="1711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dirty="0"/>
              <a:t>先 </a:t>
            </a:r>
            <a:r>
              <a:rPr lang="en-US" altLang="zh-TW" dirty="0"/>
              <a:t>Load </a:t>
            </a:r>
            <a:r>
              <a:rPr lang="en-US" altLang="zh-TW" dirty="0" err="1"/>
              <a:t>Bioconda</a:t>
            </a:r>
            <a:endParaRPr lang="en-US" altLang="zh-TW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dirty="0"/>
              <a:t>再安裝 </a:t>
            </a:r>
            <a:r>
              <a:rPr lang="en-US" altLang="zh-TW" dirty="0" err="1"/>
              <a:t>simba</a:t>
            </a:r>
            <a:endParaRPr lang="en-US" altLang="zh-TW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dirty="0"/>
              <a:t>最後 </a:t>
            </a:r>
            <a:r>
              <a:rPr lang="en-US" altLang="zh-TW" dirty="0"/>
              <a:t>Create Env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659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1A9E7-0429-99A1-3466-23034B74D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實際上的安裝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DB2F6F-8E38-30DB-DC83-019CD81F2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386" y="1690688"/>
            <a:ext cx="7239627" cy="41227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200CCC-10B7-7B6F-3D53-B899D10A5D60}"/>
              </a:ext>
            </a:extLst>
          </p:cNvPr>
          <p:cNvSpPr txBox="1"/>
          <p:nvPr/>
        </p:nvSpPr>
        <p:spPr>
          <a:xfrm>
            <a:off x="9804017" y="4946967"/>
            <a:ext cx="15497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做完之後 </a:t>
            </a:r>
            <a:endParaRPr lang="en-US" altLang="zh-TW" dirty="0"/>
          </a:p>
          <a:p>
            <a:r>
              <a:rPr lang="en-US" dirty="0"/>
              <a:t>Import SIMBA </a:t>
            </a:r>
          </a:p>
          <a:p>
            <a:r>
              <a:rPr lang="zh-TW" altLang="en-US" dirty="0"/>
              <a:t>瘋狂失敗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35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0F4D7A-FE89-9C6B-77E0-215A86D2F006}"/>
              </a:ext>
            </a:extLst>
          </p:cNvPr>
          <p:cNvSpPr txBox="1"/>
          <p:nvPr/>
        </p:nvSpPr>
        <p:spPr>
          <a:xfrm>
            <a:off x="6724650" y="6581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https://github.com/sgoldenlab/simba/blob/master/docs/anaconda_installation.md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EA852D-4032-BFB4-E38D-F1E5E36D5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5311"/>
            <a:ext cx="12192000" cy="57473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9073B6-6BDA-2D43-76B2-49F2537C0C18}"/>
              </a:ext>
            </a:extLst>
          </p:cNvPr>
          <p:cNvSpPr txBox="1"/>
          <p:nvPr/>
        </p:nvSpPr>
        <p:spPr>
          <a:xfrm>
            <a:off x="375920" y="463871"/>
            <a:ext cx="2061783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sz="2800" dirty="0"/>
              <a:t>求救 </a:t>
            </a:r>
            <a:r>
              <a:rPr lang="en-US" altLang="zh-TW" sz="2800" dirty="0" err="1"/>
              <a:t>Github</a:t>
            </a:r>
            <a:r>
              <a:rPr lang="en-US" altLang="zh-TW" sz="2800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51808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E9F87E-253B-FC99-B05A-B9F70B55A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62" y="829895"/>
            <a:ext cx="11019475" cy="54563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AB3819-9A8B-4BC4-0318-5AC963ACCEEA}"/>
              </a:ext>
            </a:extLst>
          </p:cNvPr>
          <p:cNvSpPr txBox="1"/>
          <p:nvPr/>
        </p:nvSpPr>
        <p:spPr>
          <a:xfrm>
            <a:off x="586262" y="38704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繼續在失敗中打滾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043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0FAE5-E3B0-D562-B9AB-FCDB3E6C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 </a:t>
            </a:r>
            <a:r>
              <a:rPr lang="en-US" altLang="zh-TW" dirty="0" err="1"/>
              <a:t>PyTorch</a:t>
            </a:r>
            <a:r>
              <a:rPr lang="zh-TW" altLang="en-US" dirty="0"/>
              <a:t>都要裝上去了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261E18-87E3-BBDA-BA68-C85E5AC7E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5983" y="2359041"/>
            <a:ext cx="9160034" cy="328450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7F0F06-1689-1E18-38C6-884EAAB5EFB0}"/>
              </a:ext>
            </a:extLst>
          </p:cNvPr>
          <p:cNvSpPr txBox="1"/>
          <p:nvPr/>
        </p:nvSpPr>
        <p:spPr>
          <a:xfrm>
            <a:off x="1515983" y="1869440"/>
            <a:ext cx="5652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因為 </a:t>
            </a:r>
            <a:r>
              <a:rPr lang="en-US" altLang="zh-TW" dirty="0"/>
              <a:t>import </a:t>
            </a:r>
            <a:r>
              <a:rPr lang="en-US" altLang="zh-TW" dirty="0" err="1"/>
              <a:t>simba</a:t>
            </a:r>
            <a:r>
              <a:rPr lang="zh-TW" altLang="en-US" dirty="0"/>
              <a:t> 時，出現 </a:t>
            </a:r>
            <a:r>
              <a:rPr lang="en-US" altLang="zh-TW" dirty="0" err="1"/>
              <a:t>NoModule</a:t>
            </a:r>
            <a:r>
              <a:rPr lang="en-US" altLang="zh-TW" dirty="0"/>
              <a:t> “</a:t>
            </a:r>
            <a:r>
              <a:rPr lang="en-US" altLang="zh-TW" dirty="0" err="1"/>
              <a:t>PyTorch</a:t>
            </a:r>
            <a:r>
              <a:rPr lang="en-US" altLang="zh-TW" dirty="0"/>
              <a:t>”</a:t>
            </a:r>
            <a:r>
              <a:rPr lang="zh-TW" altLang="en-US" dirty="0"/>
              <a:t>的情況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275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0BA9A-1A73-B42C-2E7E-DCF22413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解救安裝的最後一根稻草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106E18-037E-E816-4171-A1D658D287D5}"/>
              </a:ext>
            </a:extLst>
          </p:cNvPr>
          <p:cNvSpPr txBox="1"/>
          <p:nvPr/>
        </p:nvSpPr>
        <p:spPr>
          <a:xfrm>
            <a:off x="9086850" y="6492875"/>
            <a:ext cx="29051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2"/>
              </a:rPr>
              <a:t>https://github.com/pinellolab/simba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1A4FB4-7B80-44F4-0A7B-67E1CDDCC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34" y="1449483"/>
            <a:ext cx="8329382" cy="512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34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5385-93A7-8711-4ACB-EC8637798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4340" y="2766218"/>
            <a:ext cx="3703320" cy="1325563"/>
          </a:xfrm>
        </p:spPr>
        <p:txBody>
          <a:bodyPr/>
          <a:lstStyle/>
          <a:p>
            <a:r>
              <a:rPr lang="zh-TW" altLang="en-US" dirty="0"/>
              <a:t>發生了什麼？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2DD0D-7563-D1F1-4E6B-61A66DE9208A}"/>
              </a:ext>
            </a:extLst>
          </p:cNvPr>
          <p:cNvSpPr txBox="1"/>
          <p:nvPr/>
        </p:nvSpPr>
        <p:spPr>
          <a:xfrm>
            <a:off x="3840480" y="276621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釐清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133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371C-84FC-703F-F12E-93680196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SIMBA</a:t>
            </a:r>
            <a:r>
              <a:rPr lang="zh-TW" altLang="en-US" dirty="0"/>
              <a:t>網站上給的</a:t>
            </a:r>
            <a:r>
              <a:rPr lang="en-US" altLang="zh-TW" dirty="0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3925E-3C66-8219-DF2A-FF2CA738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3558EB-7107-AFE8-FB92-0284380FA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4036"/>
            <a:ext cx="10515600" cy="4928839"/>
          </a:xfrm>
          <a:prstGeom prst="rect">
            <a:avLst/>
          </a:prstGeom>
        </p:spPr>
      </p:pic>
      <p:sp>
        <p:nvSpPr>
          <p:cNvPr id="6" name="TextBox 5">
            <a:hlinkClick r:id="rId3"/>
            <a:extLst>
              <a:ext uri="{FF2B5EF4-FFF2-40B4-BE49-F238E27FC236}">
                <a16:creationId xmlns:a16="http://schemas.microsoft.com/office/drawing/2014/main" id="{6ADB3318-7C6E-C36A-A987-DA4C3D9252E8}"/>
              </a:ext>
            </a:extLst>
          </p:cNvPr>
          <p:cNvSpPr txBox="1"/>
          <p:nvPr/>
        </p:nvSpPr>
        <p:spPr>
          <a:xfrm>
            <a:off x="9039224" y="6540500"/>
            <a:ext cx="3152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https://github.com/huidongchen/simba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B4D83F-5F5E-3B8A-B971-F654C2685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450" y="502802"/>
            <a:ext cx="2825285" cy="87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88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371C-84FC-703F-F12E-93680196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實際安裝用的</a:t>
            </a:r>
            <a:r>
              <a:rPr lang="en-US" altLang="zh-TW" dirty="0"/>
              <a:t>GitHub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4FF6C7-68B9-1D43-B75E-B93A0DDA2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2527"/>
            <a:ext cx="10779760" cy="50202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9EAFF5-1CE9-660B-8429-ADAC9ED7BB64}"/>
              </a:ext>
            </a:extLst>
          </p:cNvPr>
          <p:cNvSpPr txBox="1"/>
          <p:nvPr/>
        </p:nvSpPr>
        <p:spPr>
          <a:xfrm>
            <a:off x="7210425" y="6578798"/>
            <a:ext cx="5057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https://github.com/pinellolab/simba/tree/master/simba/datasets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14723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DC95F-2DA7-82FD-14B0-B0CA80272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 </a:t>
            </a:r>
            <a:r>
              <a:rPr lang="en-US" altLang="zh-TW" dirty="0"/>
              <a:t>SIMBA</a:t>
            </a:r>
            <a:r>
              <a:rPr lang="zh-TW" altLang="en-US" dirty="0"/>
              <a:t> 的正確指令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6EB57-EC5F-FA59-2656-0F802AE39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89" y="2144076"/>
            <a:ext cx="11293222" cy="335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80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5FAD-E5CE-0DE6-5219-CA6EBAF19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05AD9-5474-684D-4833-83CEED81F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" y="1825625"/>
            <a:ext cx="4612333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b="0" i="0" dirty="0">
                <a:solidFill>
                  <a:srgbClr val="374151"/>
                </a:solidFill>
                <a:effectLst/>
                <a:latin typeface="Söhne"/>
              </a:rPr>
              <a:t>導入名為 </a:t>
            </a:r>
            <a:r>
              <a:rPr lang="en-US" altLang="zh-TW" sz="2400" b="0" i="0" dirty="0">
                <a:solidFill>
                  <a:srgbClr val="374151"/>
                </a:solidFill>
                <a:effectLst/>
                <a:latin typeface="Söhne"/>
              </a:rPr>
              <a:t>"</a:t>
            </a:r>
            <a:r>
              <a:rPr lang="en-US" altLang="zh-TW" sz="2400" b="0" i="0" dirty="0" err="1">
                <a:solidFill>
                  <a:srgbClr val="374151"/>
                </a:solidFill>
                <a:effectLst/>
                <a:latin typeface="Söhne"/>
              </a:rPr>
              <a:t>os</a:t>
            </a:r>
            <a:r>
              <a:rPr lang="en-US" altLang="zh-TW" sz="2400" b="0" i="0" dirty="0">
                <a:solidFill>
                  <a:srgbClr val="374151"/>
                </a:solidFill>
                <a:effectLst/>
                <a:latin typeface="Söhne"/>
              </a:rPr>
              <a:t>" </a:t>
            </a:r>
            <a:r>
              <a:rPr lang="zh-TW" altLang="en-US" sz="2400" b="0" i="0" dirty="0">
                <a:solidFill>
                  <a:srgbClr val="374151"/>
                </a:solidFill>
                <a:effectLst/>
                <a:latin typeface="Söhne"/>
              </a:rPr>
              <a:t>的標準庫模組</a:t>
            </a:r>
            <a:endParaRPr lang="en-US" altLang="zh-TW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/>
              <a:t>提供方法與作業系統進行互動。包括文件和目錄的創建、刪除和修改，以及獲取環境變量和執行系統命令等功能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E7B73-234D-5889-B794-31B06B6F3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986" y="573208"/>
            <a:ext cx="4039794" cy="9101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FC342E-15EA-FA95-A140-5B2B01BC3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773" y="1690688"/>
            <a:ext cx="7071973" cy="467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7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5385-93A7-8711-4ACB-EC8637798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9680" y="2418080"/>
            <a:ext cx="4663440" cy="201168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dirty="0"/>
              <a:t>SIMBA</a:t>
            </a:r>
            <a:br>
              <a:rPr lang="en-US" altLang="zh-TW" dirty="0"/>
            </a:br>
            <a:r>
              <a:rPr lang="en-US" altLang="zh-TW" dirty="0" err="1"/>
              <a:t>scRNA</a:t>
            </a:r>
            <a:r>
              <a:rPr lang="en-US" altLang="zh-TW" dirty="0"/>
              <a:t>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117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DAC2-1153-3981-BE40-6536CE42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3FE8F-057E-4642-D40A-82F4AC3AD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51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310</Words>
  <Application>Microsoft Office PowerPoint</Application>
  <PresentationFormat>Widescreen</PresentationFormat>
  <Paragraphs>33</Paragraphs>
  <Slides>16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Söhne</vt:lpstr>
      <vt:lpstr>Arial</vt:lpstr>
      <vt:lpstr>Calibri</vt:lpstr>
      <vt:lpstr>Calibri Light</vt:lpstr>
      <vt:lpstr>Office Theme</vt:lpstr>
      <vt:lpstr>SIMBA 實作 </vt:lpstr>
      <vt:lpstr>建置環境</vt:lpstr>
      <vt:lpstr>PowerPoint Presentation</vt:lpstr>
      <vt:lpstr>我想像中的安裝 </vt:lpstr>
      <vt:lpstr>實際上的安裝</vt:lpstr>
      <vt:lpstr>PowerPoint Presentation</vt:lpstr>
      <vt:lpstr>PowerPoint Presentation</vt:lpstr>
      <vt:lpstr>連 PyTorch都要裝上去了</vt:lpstr>
      <vt:lpstr>解救安裝的最後一根稻草</vt:lpstr>
      <vt:lpstr>發生了什麼？</vt:lpstr>
      <vt:lpstr>SIMBA網站上給的GitHub</vt:lpstr>
      <vt:lpstr>實際安裝用的GitHub</vt:lpstr>
      <vt:lpstr>安裝 SIMBA 的正確指令</vt:lpstr>
      <vt:lpstr>Import os</vt:lpstr>
      <vt:lpstr>SIMBA scRNA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SIMBA </dc:title>
  <dc:creator>Yi Jie Chen</dc:creator>
  <cp:lastModifiedBy>Yi Jie Chen</cp:lastModifiedBy>
  <cp:revision>11</cp:revision>
  <dcterms:created xsi:type="dcterms:W3CDTF">2023-10-23T14:43:58Z</dcterms:created>
  <dcterms:modified xsi:type="dcterms:W3CDTF">2023-11-23T07:20:46Z</dcterms:modified>
</cp:coreProperties>
</file>